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FF5050"/>
                </a:solidFill>
              </a:defRPr>
            </a:pPr>
            <a:r>
              <a:t>The Reality of Enterprise RAG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6E6E6"/>
                </a:solidFill>
              </a:defRPr>
            </a:pPr>
            <a:r>
              <a:t>Why 'One-Size-Fits-All' RAG Fails in the Enterprise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⚡ Technology evolves faster than static architectures.</a:t>
            </a:r>
          </a:p>
          <a:p>
            <a:pPr>
              <a:spcAft>
                <a:spcPts val="1000"/>
              </a:spcAft>
              <a:defRPr sz="2000"/>
            </a:pPr>
            <a:r>
              <a:t>📚 Different use cases (Q&amp;A, Summarization, Legal Search) demand different chunking and retrieval strategies.</a:t>
            </a:r>
          </a:p>
          <a:p>
            <a:pPr>
              <a:spcAft>
                <a:spcPts val="1000"/>
              </a:spcAft>
              <a:defRPr sz="2000"/>
            </a:pPr>
            <a:r>
              <a:t>📊 Real documents are multimodal — text, tables, and charts require different processing pipelines.</a:t>
            </a:r>
          </a:p>
          <a:p>
            <a:pPr>
              <a:spcAft>
                <a:spcPts val="1000"/>
              </a:spcAft>
              <a:defRPr sz="2000"/>
            </a:pPr>
            <a:r>
              <a:t>💸 Poor design choices create redundancy and cost overruns at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6464"/>
                </a:solidFill>
              </a:defRPr>
            </a:pPr>
            <a:r>
              <a:t>The Monolithic RAG Trap → Locked-in, Inefficient, and Costly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400" b="1">
                <a:solidFill>
                  <a:srgbClr val="64FFB4"/>
                </a:solidFill>
              </a:defRPr>
            </a:pPr>
            <a:r>
              <a:t>ContextCraft: Modular AI Infrastructure for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E6E6E6"/>
                </a:solidFill>
              </a:defRPr>
            </a:pPr>
            <a:r>
              <a:t>Future-Proof, Flexible, and Enterprise-Grade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000"/>
            </a:pPr>
            <a:r>
              <a:t>🧩 Modular by Design – Swap components like parsers, chunkers, and embeddings effortlessly.</a:t>
            </a:r>
          </a:p>
          <a:p>
            <a:pPr>
              <a:spcAft>
                <a:spcPts val="1000"/>
              </a:spcAft>
              <a:defRPr sz="2000"/>
            </a:pPr>
            <a:r>
              <a:t>🚀 Optimized per Use Case – Tailored chunking and retrieval strategies for precision and performance.</a:t>
            </a:r>
          </a:p>
          <a:p>
            <a:pPr>
              <a:spcAft>
                <a:spcPts val="1000"/>
              </a:spcAft>
              <a:defRPr sz="2000"/>
            </a:pPr>
            <a:r>
              <a:t>💰 Cost Efficient – Smart routing and deduplication reduce vector storage and compute costs by 70%.</a:t>
            </a:r>
          </a:p>
          <a:p>
            <a:pPr>
              <a:spcAft>
                <a:spcPts val="1000"/>
              </a:spcAft>
              <a:defRPr sz="2000"/>
            </a:pPr>
            <a:r>
              <a:t>🔒 Enterprise Ready – Works across hybrid cloud, on-premise, and secure data environments.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943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64FFB4"/>
                </a:solidFill>
              </a:defRPr>
            </a:pPr>
            <a:r>
              <a:t>Start Building with ContextCraft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